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/>
            </a:gs>
            <a:gs pos="100000">
              <a:srgbClr val="DCECF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 b="1">
                <a:solidFill>
                  <a:srgbClr val="1E3246"/>
                </a:solidFill>
              </a:defRPr>
            </a:pPr>
            <a:r>
              <a:t>Table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" y="3657600"/>
            <a:ext cx="7178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pPr algn="ctr">
              <a:defRPr sz="2400">
                <a:solidFill>
                  <a:srgbClr val="2C76BC"/>
                </a:solidFill>
              </a:defRPr>
            </a:pPr>
            <a:r>
              <a:rPr lang="en-GB" dirty="0"/>
              <a:t>Turn you tabular data into publication-ready </a:t>
            </a:r>
          </a:p>
          <a:p>
            <a:pPr algn="ctr">
              <a:defRPr sz="2400">
                <a:solidFill>
                  <a:srgbClr val="2C76BC"/>
                </a:solidFill>
              </a:defRPr>
            </a:pPr>
            <a:r>
              <a:rPr lang="en-GB" dirty="0"/>
              <a:t>summary tables and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400">
                <a:solidFill>
                  <a:srgbClr val="1E3246"/>
                </a:solidFill>
              </a:defRPr>
            </a:pPr>
            <a:r>
              <a:t>Developed by Nicola Palmieri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/>
            </a:gs>
            <a:gs pos="100000">
              <a:srgbClr val="E1F0F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210312"/>
            <a:ext cx="7772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Overview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Lightweight R Shiny app for analyzing tabular datasets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Generates publication-ready tables and plots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Designed for clarity, reproducibility, and speed</a:t>
            </a:r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What it can do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Seven analysis modules: Descriptive Statistics, One-way ANOVA, Two-way ANOVA, LM, LMM, Pairwise Correlation, PCA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Download publication-formatted tables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Export plots at 300 dpi (PNG)</a:t>
            </a:r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What it is not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Not a replacement for Excel, GraphPad Prism, or SPSS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Not intended for data editing or spreadsheet management</a:t>
            </a:r>
          </a:p>
          <a:p>
            <a:pPr>
              <a:defRPr sz="2400" b="1">
                <a:solidFill>
                  <a:srgbClr val="1E3246"/>
                </a:solidFill>
              </a:defRPr>
            </a:pPr>
            <a:r>
              <a:rPr dirty="0"/>
              <a:t>Why it speeds up analysis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Multiple responses in parallel: run the same model across several outcomes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Stratification: fit models within groups (batch, treatment, animal group)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dirty="0"/>
              <a:t>• Plots adapt automatically to both multiple responses and stratification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Palmieri Nicola</cp:lastModifiedBy>
  <cp:revision>3</cp:revision>
  <dcterms:created xsi:type="dcterms:W3CDTF">2013-01-27T09:14:16Z</dcterms:created>
  <dcterms:modified xsi:type="dcterms:W3CDTF">2025-11-09T12:25:58Z</dcterms:modified>
  <cp:category/>
</cp:coreProperties>
</file>